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Fira Sans Ultra-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ADDAMI Hamza, KHAZRAJ Mohammed Amine &amp; REMIDI Adil</a:t>
            </a:r>
          </a:p>
        </p:txBody>
      </p:sp>
      <p:sp>
        <p:nvSpPr>
          <p:cNvPr id="6" name="AutoShape 6"/>
          <p:cNvSpPr/>
          <p:nvPr/>
        </p:nvSpPr>
        <p:spPr>
          <a:xfrm>
            <a:off x="1028700" y="1207443"/>
            <a:ext cx="16230600" cy="6675946"/>
          </a:xfrm>
          <a:prstGeom prst="rect">
            <a:avLst/>
          </a:prstGeom>
          <a:solidFill>
            <a:srgbClr val="A066CB">
              <a:alpha val="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2146631" y="3552213"/>
            <a:ext cx="9864118" cy="209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5454" b="1" spc="163">
                <a:solidFill>
                  <a:srgbClr val="502AD5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CRÉATION D’UNE APPLICATION DE MESSAGERIE INSTANTANÉE EN</a:t>
            </a:r>
          </a:p>
        </p:txBody>
      </p:sp>
      <p:sp>
        <p:nvSpPr>
          <p:cNvPr id="8" name="Freeform 8"/>
          <p:cNvSpPr/>
          <p:nvPr/>
        </p:nvSpPr>
        <p:spPr>
          <a:xfrm>
            <a:off x="13425842" y="3187653"/>
            <a:ext cx="2715527" cy="2715527"/>
          </a:xfrm>
          <a:custGeom>
            <a:avLst/>
            <a:gdLst/>
            <a:ahLst/>
            <a:cxnLst/>
            <a:rect l="l" t="t" r="r" b="b"/>
            <a:pathLst>
              <a:path w="2715527" h="2715527">
                <a:moveTo>
                  <a:pt x="0" y="0"/>
                </a:moveTo>
                <a:lnTo>
                  <a:pt x="2715527" y="0"/>
                </a:lnTo>
                <a:lnTo>
                  <a:pt x="2715527" y="2715526"/>
                </a:lnTo>
                <a:lnTo>
                  <a:pt x="0" y="2715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INTRODUCTION &amp; CONTEXTE</a:t>
            </a:r>
          </a:p>
        </p:txBody>
      </p:sp>
      <p:sp>
        <p:nvSpPr>
          <p:cNvPr id="6" name="Freeform 6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>
            <a:off x="1028700" y="1207443"/>
            <a:ext cx="16230600" cy="6675946"/>
          </a:xfrm>
          <a:prstGeom prst="rect">
            <a:avLst/>
          </a:prstGeom>
          <a:solidFill>
            <a:srgbClr val="A066CB">
              <a:alpha val="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2963464" y="3958065"/>
            <a:ext cx="12361072" cy="110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Contraintes : Besoin d’une communication instantanée, une gestion sécurisée des utilisateurs, scalabilité et performances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63464" y="5666168"/>
            <a:ext cx="12361072" cy="110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Objectifs techniques : Messagerie en temps réel, sécurisée, architecture moderne et séparation du front / back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63464" y="2248630"/>
            <a:ext cx="12361072" cy="110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Idée : Développer une application de messagerie instantanée sécurisée et chiffrée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1028700" y="1207443"/>
            <a:ext cx="16230600" cy="6675946"/>
          </a:xfrm>
          <a:prstGeom prst="rect">
            <a:avLst/>
          </a:prstGeom>
          <a:solidFill>
            <a:srgbClr val="A066CB">
              <a:alpha val="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VUE D’ENSEMBLE DE L’ARCHITECTURE</a:t>
            </a:r>
          </a:p>
        </p:txBody>
      </p:sp>
      <p:sp>
        <p:nvSpPr>
          <p:cNvPr id="8" name="Freeform 8"/>
          <p:cNvSpPr/>
          <p:nvPr/>
        </p:nvSpPr>
        <p:spPr>
          <a:xfrm>
            <a:off x="10000323" y="5992616"/>
            <a:ext cx="4868921" cy="1326781"/>
          </a:xfrm>
          <a:custGeom>
            <a:avLst/>
            <a:gdLst/>
            <a:ahLst/>
            <a:cxnLst/>
            <a:rect l="l" t="t" r="r" b="b"/>
            <a:pathLst>
              <a:path w="4868921" h="1326781">
                <a:moveTo>
                  <a:pt x="0" y="0"/>
                </a:moveTo>
                <a:lnTo>
                  <a:pt x="4868920" y="0"/>
                </a:lnTo>
                <a:lnTo>
                  <a:pt x="4868920" y="1326781"/>
                </a:lnTo>
                <a:lnTo>
                  <a:pt x="0" y="132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8776669" y="6107248"/>
            <a:ext cx="734661" cy="983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55"/>
              </a:lnSpc>
              <a:spcBef>
                <a:spcPct val="0"/>
              </a:spcBef>
            </a:pPr>
            <a:r>
              <a:rPr lang="en-US" sz="5754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+</a:t>
            </a:r>
          </a:p>
        </p:txBody>
      </p:sp>
      <p:sp>
        <p:nvSpPr>
          <p:cNvPr id="10" name="Freeform 10"/>
          <p:cNvSpPr/>
          <p:nvPr/>
        </p:nvSpPr>
        <p:spPr>
          <a:xfrm>
            <a:off x="4315521" y="5992616"/>
            <a:ext cx="3975373" cy="1326781"/>
          </a:xfrm>
          <a:custGeom>
            <a:avLst/>
            <a:gdLst/>
            <a:ahLst/>
            <a:cxnLst/>
            <a:rect l="l" t="t" r="r" b="b"/>
            <a:pathLst>
              <a:path w="3975373" h="1326781">
                <a:moveTo>
                  <a:pt x="0" y="0"/>
                </a:moveTo>
                <a:lnTo>
                  <a:pt x="3975373" y="0"/>
                </a:lnTo>
                <a:lnTo>
                  <a:pt x="3975373" y="1326781"/>
                </a:lnTo>
                <a:lnTo>
                  <a:pt x="0" y="1326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7485302" y="5175442"/>
            <a:ext cx="3317396" cy="49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9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Base de données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2290754" y="2732421"/>
            <a:ext cx="2256005" cy="2012356"/>
          </a:xfrm>
          <a:custGeom>
            <a:avLst/>
            <a:gdLst/>
            <a:ahLst/>
            <a:cxnLst/>
            <a:rect l="l" t="t" r="r" b="b"/>
            <a:pathLst>
              <a:path w="2256005" h="2012356">
                <a:moveTo>
                  <a:pt x="0" y="0"/>
                </a:moveTo>
                <a:lnTo>
                  <a:pt x="2256005" y="0"/>
                </a:lnTo>
                <a:lnTo>
                  <a:pt x="2256005" y="2012356"/>
                </a:lnTo>
                <a:lnTo>
                  <a:pt x="0" y="2012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995667" y="1747346"/>
            <a:ext cx="2846178" cy="49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9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Front-end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10698" y="1747346"/>
            <a:ext cx="2846178" cy="49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925" b="1" dirty="0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Back-end</a:t>
            </a:r>
          </a:p>
        </p:txBody>
      </p:sp>
      <p:sp>
        <p:nvSpPr>
          <p:cNvPr id="15" name="Freeform 15"/>
          <p:cNvSpPr/>
          <p:nvPr/>
        </p:nvSpPr>
        <p:spPr>
          <a:xfrm>
            <a:off x="6149369" y="2654181"/>
            <a:ext cx="2168836" cy="2168836"/>
          </a:xfrm>
          <a:custGeom>
            <a:avLst/>
            <a:gdLst/>
            <a:ahLst/>
            <a:cxnLst/>
            <a:rect l="l" t="t" r="r" b="b"/>
            <a:pathLst>
              <a:path w="2168836" h="2168836">
                <a:moveTo>
                  <a:pt x="0" y="0"/>
                </a:moveTo>
                <a:lnTo>
                  <a:pt x="2168836" y="0"/>
                </a:lnTo>
                <a:lnTo>
                  <a:pt x="2168836" y="2168836"/>
                </a:lnTo>
                <a:lnTo>
                  <a:pt x="0" y="2168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9628426" y="1747346"/>
            <a:ext cx="2846178" cy="49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9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Authentification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020701" y="2761389"/>
            <a:ext cx="2061629" cy="2061629"/>
          </a:xfrm>
          <a:custGeom>
            <a:avLst/>
            <a:gdLst/>
            <a:ahLst/>
            <a:cxnLst/>
            <a:rect l="l" t="t" r="r" b="b"/>
            <a:pathLst>
              <a:path w="2061629" h="2061629">
                <a:moveTo>
                  <a:pt x="0" y="0"/>
                </a:moveTo>
                <a:lnTo>
                  <a:pt x="2061629" y="0"/>
                </a:lnTo>
                <a:lnTo>
                  <a:pt x="2061629" y="2061628"/>
                </a:lnTo>
                <a:lnTo>
                  <a:pt x="0" y="20616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13446154" y="1747346"/>
            <a:ext cx="2846178" cy="49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9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Chat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864486" y="2813502"/>
            <a:ext cx="2009516" cy="2009516"/>
          </a:xfrm>
          <a:custGeom>
            <a:avLst/>
            <a:gdLst/>
            <a:ahLst/>
            <a:cxnLst/>
            <a:rect l="l" t="t" r="r" b="b"/>
            <a:pathLst>
              <a:path w="2009516" h="2009516">
                <a:moveTo>
                  <a:pt x="0" y="0"/>
                </a:moveTo>
                <a:lnTo>
                  <a:pt x="2009515" y="0"/>
                </a:lnTo>
                <a:lnTo>
                  <a:pt x="2009515" y="2009515"/>
                </a:lnTo>
                <a:lnTo>
                  <a:pt x="0" y="20095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9119963" y="1401772"/>
            <a:ext cx="9051777" cy="6055008"/>
          </a:xfrm>
          <a:custGeom>
            <a:avLst/>
            <a:gdLst/>
            <a:ahLst/>
            <a:cxnLst/>
            <a:rect l="l" t="t" r="r" b="b"/>
            <a:pathLst>
              <a:path w="9051777" h="6055008">
                <a:moveTo>
                  <a:pt x="0" y="0"/>
                </a:moveTo>
                <a:lnTo>
                  <a:pt x="9051777" y="0"/>
                </a:lnTo>
                <a:lnTo>
                  <a:pt x="9051777" y="6055009"/>
                </a:lnTo>
                <a:lnTo>
                  <a:pt x="0" y="6055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16260" y="701499"/>
            <a:ext cx="9003703" cy="7455555"/>
          </a:xfrm>
          <a:custGeom>
            <a:avLst/>
            <a:gdLst/>
            <a:ahLst/>
            <a:cxnLst/>
            <a:rect l="l" t="t" r="r" b="b"/>
            <a:pathLst>
              <a:path w="9003703" h="7455555">
                <a:moveTo>
                  <a:pt x="0" y="0"/>
                </a:moveTo>
                <a:lnTo>
                  <a:pt x="9003703" y="0"/>
                </a:lnTo>
                <a:lnTo>
                  <a:pt x="9003703" y="7455555"/>
                </a:lnTo>
                <a:lnTo>
                  <a:pt x="0" y="745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DIAGRAMMES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951876" y="339656"/>
            <a:ext cx="14384247" cy="8127100"/>
          </a:xfrm>
          <a:custGeom>
            <a:avLst/>
            <a:gdLst/>
            <a:ahLst/>
            <a:cxnLst/>
            <a:rect l="l" t="t" r="r" b="b"/>
            <a:pathLst>
              <a:path w="14384247" h="8127100">
                <a:moveTo>
                  <a:pt x="0" y="0"/>
                </a:moveTo>
                <a:lnTo>
                  <a:pt x="14384248" y="0"/>
                </a:lnTo>
                <a:lnTo>
                  <a:pt x="14384248" y="8127100"/>
                </a:lnTo>
                <a:lnTo>
                  <a:pt x="0" y="8127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DIAGRAMMES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DIAGRAMMES</a:t>
            </a:r>
          </a:p>
        </p:txBody>
      </p:sp>
      <p:pic>
        <p:nvPicPr>
          <p:cNvPr id="9" name="Image 8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3A924052-DF1E-2FB1-9C01-9AFFACC45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95" y="1714500"/>
            <a:ext cx="15795523" cy="6060163"/>
          </a:xfrm>
          <a:prstGeom prst="rect">
            <a:avLst/>
          </a:prstGeom>
        </p:spPr>
      </p:pic>
      <p:grpSp>
        <p:nvGrpSpPr>
          <p:cNvPr id="10" name="Group 2">
            <a:extLst>
              <a:ext uri="{FF2B5EF4-FFF2-40B4-BE49-F238E27FC236}">
                <a16:creationId xmlns:a16="http://schemas.microsoft.com/office/drawing/2014/main" id="{F4D01C47-5BF7-79E0-61EA-3744C495206B}"/>
              </a:ext>
            </a:extLst>
          </p:cNvPr>
          <p:cNvGrpSpPr/>
          <p:nvPr/>
        </p:nvGrpSpPr>
        <p:grpSpPr>
          <a:xfrm>
            <a:off x="-4" y="0"/>
            <a:ext cx="18288000" cy="1543050"/>
            <a:chOff x="0" y="0"/>
            <a:chExt cx="4816593" cy="406400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FF624694-CAE0-AD70-4BDA-B8CF5E85C8FF}"/>
                </a:ext>
              </a:extLst>
            </p:cNvPr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949EA62C-2925-EF31-5033-E2FDBC61268D}"/>
                </a:ext>
              </a:extLst>
            </p:cNvPr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ACB9C385-86AF-D406-1835-54A67851A13A}"/>
              </a:ext>
            </a:extLst>
          </p:cNvPr>
          <p:cNvSpPr txBox="1"/>
          <p:nvPr/>
        </p:nvSpPr>
        <p:spPr>
          <a:xfrm>
            <a:off x="3967936" y="555405"/>
            <a:ext cx="9786039" cy="1018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dirty="0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Cas : Inscription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 b="1" dirty="0">
              <a:solidFill>
                <a:srgbClr val="FFFFFF"/>
              </a:solidFill>
              <a:latin typeface="Fira Sans Ultra-Bold"/>
              <a:ea typeface="Fira Sans Ultra-Bold"/>
              <a:cs typeface="Fira Sans Ultra-Bold"/>
              <a:sym typeface="Fira Sans Ultra-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dirty="0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DIAGRAMMES</a:t>
            </a:r>
          </a:p>
        </p:txBody>
      </p:sp>
      <p:pic>
        <p:nvPicPr>
          <p:cNvPr id="9" name="Image 8" descr="Une image contenant texte, diagramme, ligne, Parallèle&#10;&#10;Le contenu généré par l’IA peut être incorrect.">
            <a:extLst>
              <a:ext uri="{FF2B5EF4-FFF2-40B4-BE49-F238E27FC236}">
                <a16:creationId xmlns:a16="http://schemas.microsoft.com/office/drawing/2014/main" id="{0DCD8B17-3E35-7B55-C09E-31211723F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65" y="1418017"/>
            <a:ext cx="17906996" cy="7355986"/>
          </a:xfrm>
          <a:prstGeom prst="rect">
            <a:avLst/>
          </a:prstGeom>
        </p:spPr>
      </p:pic>
      <p:grpSp>
        <p:nvGrpSpPr>
          <p:cNvPr id="10" name="Group 2">
            <a:extLst>
              <a:ext uri="{FF2B5EF4-FFF2-40B4-BE49-F238E27FC236}">
                <a16:creationId xmlns:a16="http://schemas.microsoft.com/office/drawing/2014/main" id="{02EB3005-4EC5-2515-D435-7D7E1865FA3B}"/>
              </a:ext>
            </a:extLst>
          </p:cNvPr>
          <p:cNvGrpSpPr/>
          <p:nvPr/>
        </p:nvGrpSpPr>
        <p:grpSpPr>
          <a:xfrm>
            <a:off x="0" y="0"/>
            <a:ext cx="18288000" cy="1543050"/>
            <a:chOff x="0" y="0"/>
            <a:chExt cx="4816593" cy="406400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88252EDD-6333-8134-5E13-16E26312C9DC}"/>
                </a:ext>
              </a:extLst>
            </p:cNvPr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E9004DC4-FBB1-02E7-004A-EA5D7AFC3546}"/>
                </a:ext>
              </a:extLst>
            </p:cNvPr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9A6B6459-6B38-E467-5A61-745D354A9C56}"/>
              </a:ext>
            </a:extLst>
          </p:cNvPr>
          <p:cNvSpPr txBox="1"/>
          <p:nvPr/>
        </p:nvSpPr>
        <p:spPr>
          <a:xfrm>
            <a:off x="4040813" y="450266"/>
            <a:ext cx="9786039" cy="492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 dirty="0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Cas : </a:t>
            </a:r>
            <a:r>
              <a:rPr lang="en-US" sz="2899" b="1" dirty="0" err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Envoyer</a:t>
            </a:r>
            <a:r>
              <a:rPr lang="en-US" sz="2899" b="1" dirty="0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 message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1028700" y="1207443"/>
            <a:ext cx="16230600" cy="6675946"/>
          </a:xfrm>
          <a:prstGeom prst="rect">
            <a:avLst/>
          </a:prstGeom>
          <a:solidFill>
            <a:srgbClr val="A066CB">
              <a:alpha val="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0923557" y="4295971"/>
            <a:ext cx="5822871" cy="1048369"/>
          </a:xfrm>
          <a:custGeom>
            <a:avLst/>
            <a:gdLst/>
            <a:ahLst/>
            <a:cxnLst/>
            <a:rect l="l" t="t" r="r" b="b"/>
            <a:pathLst>
              <a:path w="5822871" h="1048369">
                <a:moveTo>
                  <a:pt x="0" y="0"/>
                </a:moveTo>
                <a:lnTo>
                  <a:pt x="5822871" y="0"/>
                </a:lnTo>
                <a:lnTo>
                  <a:pt x="5822871" y="1048369"/>
                </a:lnTo>
                <a:lnTo>
                  <a:pt x="0" y="1048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>
            <a:off x="1525817" y="1997229"/>
            <a:ext cx="8935975" cy="5645854"/>
            <a:chOff x="0" y="0"/>
            <a:chExt cx="11914634" cy="7527805"/>
          </a:xfrm>
        </p:grpSpPr>
        <p:sp>
          <p:nvSpPr>
            <p:cNvPr id="9" name="Freeform 9"/>
            <p:cNvSpPr/>
            <p:nvPr/>
          </p:nvSpPr>
          <p:spPr>
            <a:xfrm>
              <a:off x="4220934" y="0"/>
              <a:ext cx="3472200" cy="7527805"/>
            </a:xfrm>
            <a:custGeom>
              <a:avLst/>
              <a:gdLst/>
              <a:ahLst/>
              <a:cxnLst/>
              <a:rect l="l" t="t" r="r" b="b"/>
              <a:pathLst>
                <a:path w="3472200" h="7527805">
                  <a:moveTo>
                    <a:pt x="0" y="0"/>
                  </a:moveTo>
                  <a:lnTo>
                    <a:pt x="3472200" y="0"/>
                  </a:lnTo>
                  <a:lnTo>
                    <a:pt x="3472200" y="7527805"/>
                  </a:lnTo>
                  <a:lnTo>
                    <a:pt x="0" y="7527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3472200" cy="7527805"/>
            </a:xfrm>
            <a:custGeom>
              <a:avLst/>
              <a:gdLst/>
              <a:ahLst/>
              <a:cxnLst/>
              <a:rect l="l" t="t" r="r" b="b"/>
              <a:pathLst>
                <a:path w="3472200" h="7527805">
                  <a:moveTo>
                    <a:pt x="0" y="0"/>
                  </a:moveTo>
                  <a:lnTo>
                    <a:pt x="3472200" y="0"/>
                  </a:lnTo>
                  <a:lnTo>
                    <a:pt x="3472200" y="7527805"/>
                  </a:lnTo>
                  <a:lnTo>
                    <a:pt x="0" y="7527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8442434" y="0"/>
              <a:ext cx="3472200" cy="7527805"/>
            </a:xfrm>
            <a:custGeom>
              <a:avLst/>
              <a:gdLst/>
              <a:ahLst/>
              <a:cxnLst/>
              <a:rect l="l" t="t" r="r" b="b"/>
              <a:pathLst>
                <a:path w="3472200" h="7527805">
                  <a:moveTo>
                    <a:pt x="0" y="0"/>
                  </a:moveTo>
                  <a:lnTo>
                    <a:pt x="3472200" y="0"/>
                  </a:lnTo>
                  <a:lnTo>
                    <a:pt x="3472200" y="7527805"/>
                  </a:lnTo>
                  <a:lnTo>
                    <a:pt x="0" y="7527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CAPTURES D’ÉCRAN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70715" y="1390600"/>
            <a:ext cx="2846178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Création du compte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11903" y="1390600"/>
            <a:ext cx="2846178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Envoi de l’OTP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1028700" y="1207443"/>
            <a:ext cx="16230600" cy="6675946"/>
          </a:xfrm>
          <a:prstGeom prst="rect">
            <a:avLst/>
          </a:prstGeom>
          <a:solidFill>
            <a:srgbClr val="A066CB">
              <a:alpha val="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366161" y="1998149"/>
            <a:ext cx="2603726" cy="5644933"/>
          </a:xfrm>
          <a:custGeom>
            <a:avLst/>
            <a:gdLst/>
            <a:ahLst/>
            <a:cxnLst/>
            <a:rect l="l" t="t" r="r" b="b"/>
            <a:pathLst>
              <a:path w="2603726" h="5644933">
                <a:moveTo>
                  <a:pt x="0" y="0"/>
                </a:moveTo>
                <a:lnTo>
                  <a:pt x="2603726" y="0"/>
                </a:lnTo>
                <a:lnTo>
                  <a:pt x="2603726" y="5644933"/>
                </a:lnTo>
                <a:lnTo>
                  <a:pt x="0" y="5644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4532074" y="1998149"/>
            <a:ext cx="2603726" cy="5644933"/>
          </a:xfrm>
          <a:custGeom>
            <a:avLst/>
            <a:gdLst/>
            <a:ahLst/>
            <a:cxnLst/>
            <a:rect l="l" t="t" r="r" b="b"/>
            <a:pathLst>
              <a:path w="2603726" h="5644933">
                <a:moveTo>
                  <a:pt x="0" y="0"/>
                </a:moveTo>
                <a:lnTo>
                  <a:pt x="2603726" y="0"/>
                </a:lnTo>
                <a:lnTo>
                  <a:pt x="2603726" y="5644933"/>
                </a:lnTo>
                <a:lnTo>
                  <a:pt x="0" y="5644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7697775" y="1998149"/>
            <a:ext cx="2603726" cy="5644933"/>
          </a:xfrm>
          <a:custGeom>
            <a:avLst/>
            <a:gdLst/>
            <a:ahLst/>
            <a:cxnLst/>
            <a:rect l="l" t="t" r="r" b="b"/>
            <a:pathLst>
              <a:path w="2603726" h="5644933">
                <a:moveTo>
                  <a:pt x="0" y="0"/>
                </a:moveTo>
                <a:lnTo>
                  <a:pt x="2603725" y="0"/>
                </a:lnTo>
                <a:lnTo>
                  <a:pt x="2603725" y="5644933"/>
                </a:lnTo>
                <a:lnTo>
                  <a:pt x="0" y="5644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0863475" y="1998149"/>
            <a:ext cx="2603726" cy="5644933"/>
          </a:xfrm>
          <a:custGeom>
            <a:avLst/>
            <a:gdLst/>
            <a:ahLst/>
            <a:cxnLst/>
            <a:rect l="l" t="t" r="r" b="b"/>
            <a:pathLst>
              <a:path w="2603726" h="5644933">
                <a:moveTo>
                  <a:pt x="0" y="0"/>
                </a:moveTo>
                <a:lnTo>
                  <a:pt x="2603726" y="0"/>
                </a:lnTo>
                <a:lnTo>
                  <a:pt x="2603726" y="5644933"/>
                </a:lnTo>
                <a:lnTo>
                  <a:pt x="0" y="564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14029176" y="1998149"/>
            <a:ext cx="2603726" cy="5644933"/>
          </a:xfrm>
          <a:custGeom>
            <a:avLst/>
            <a:gdLst/>
            <a:ahLst/>
            <a:cxnLst/>
            <a:rect l="l" t="t" r="r" b="b"/>
            <a:pathLst>
              <a:path w="2603726" h="5644933">
                <a:moveTo>
                  <a:pt x="0" y="0"/>
                </a:moveTo>
                <a:lnTo>
                  <a:pt x="2603726" y="0"/>
                </a:lnTo>
                <a:lnTo>
                  <a:pt x="2603726" y="5644933"/>
                </a:lnTo>
                <a:lnTo>
                  <a:pt x="0" y="564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CAPTURES D’ÉCRAN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4935" y="1390600"/>
            <a:ext cx="2846178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Confirmation de l’OTP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43256" y="1390600"/>
            <a:ext cx="1581363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Interface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97775" y="1390600"/>
            <a:ext cx="2603726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Ajout d’un contact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53312" y="1390600"/>
            <a:ext cx="3424052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Confirmation d’ajout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19013" y="1390600"/>
            <a:ext cx="3424052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Profil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1028700" y="1207443"/>
            <a:ext cx="16230600" cy="6675946"/>
          </a:xfrm>
          <a:prstGeom prst="rect">
            <a:avLst/>
          </a:prstGeom>
          <a:solidFill>
            <a:srgbClr val="A066CB">
              <a:alpha val="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3092950" y="1972205"/>
            <a:ext cx="2604150" cy="5645854"/>
          </a:xfrm>
          <a:custGeom>
            <a:avLst/>
            <a:gdLst/>
            <a:ahLst/>
            <a:cxnLst/>
            <a:rect l="l" t="t" r="r" b="b"/>
            <a:pathLst>
              <a:path w="2604150" h="5645854">
                <a:moveTo>
                  <a:pt x="0" y="0"/>
                </a:moveTo>
                <a:lnTo>
                  <a:pt x="2604150" y="0"/>
                </a:lnTo>
                <a:lnTo>
                  <a:pt x="2604150" y="5645854"/>
                </a:lnTo>
                <a:lnTo>
                  <a:pt x="0" y="5645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6258650" y="1972205"/>
            <a:ext cx="2604150" cy="5645854"/>
          </a:xfrm>
          <a:custGeom>
            <a:avLst/>
            <a:gdLst/>
            <a:ahLst/>
            <a:cxnLst/>
            <a:rect l="l" t="t" r="r" b="b"/>
            <a:pathLst>
              <a:path w="2604150" h="5645854">
                <a:moveTo>
                  <a:pt x="0" y="0"/>
                </a:moveTo>
                <a:lnTo>
                  <a:pt x="2604150" y="0"/>
                </a:lnTo>
                <a:lnTo>
                  <a:pt x="2604150" y="5645854"/>
                </a:lnTo>
                <a:lnTo>
                  <a:pt x="0" y="5645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9424775" y="1972205"/>
            <a:ext cx="2604150" cy="5645854"/>
          </a:xfrm>
          <a:custGeom>
            <a:avLst/>
            <a:gdLst/>
            <a:ahLst/>
            <a:cxnLst/>
            <a:rect l="l" t="t" r="r" b="b"/>
            <a:pathLst>
              <a:path w="2604150" h="5645854">
                <a:moveTo>
                  <a:pt x="0" y="0"/>
                </a:moveTo>
                <a:lnTo>
                  <a:pt x="2604150" y="0"/>
                </a:lnTo>
                <a:lnTo>
                  <a:pt x="2604150" y="5645854"/>
                </a:lnTo>
                <a:lnTo>
                  <a:pt x="0" y="5645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2590900" y="1972205"/>
            <a:ext cx="2604150" cy="5645854"/>
          </a:xfrm>
          <a:custGeom>
            <a:avLst/>
            <a:gdLst/>
            <a:ahLst/>
            <a:cxnLst/>
            <a:rect l="l" t="t" r="r" b="b"/>
            <a:pathLst>
              <a:path w="2604150" h="5645854">
                <a:moveTo>
                  <a:pt x="0" y="0"/>
                </a:moveTo>
                <a:lnTo>
                  <a:pt x="2604150" y="0"/>
                </a:lnTo>
                <a:lnTo>
                  <a:pt x="2604150" y="5645854"/>
                </a:lnTo>
                <a:lnTo>
                  <a:pt x="0" y="5645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CAPTURES D’ÉCRAN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58930" y="1415623"/>
            <a:ext cx="1872189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Modification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24631" y="1415623"/>
            <a:ext cx="1872189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Confirmation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90756" y="1415623"/>
            <a:ext cx="1872189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Conversation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6881" y="1415623"/>
            <a:ext cx="1872189" cy="39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5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743950"/>
            <a:ext cx="18288000" cy="1543050"/>
            <a:chOff x="0" y="0"/>
            <a:chExt cx="4816593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6400"/>
            </a:xfrm>
            <a:custGeom>
              <a:avLst/>
              <a:gdLst/>
              <a:ahLst/>
              <a:cxnLst/>
              <a:rect l="l" t="t" r="r" b="b"/>
              <a:pathLst>
                <a:path w="4816592" h="406400">
                  <a:moveTo>
                    <a:pt x="0" y="0"/>
                  </a:moveTo>
                  <a:lnTo>
                    <a:pt x="4816592" y="0"/>
                  </a:lnTo>
                  <a:lnTo>
                    <a:pt x="481659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502AD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46428" y="9002603"/>
            <a:ext cx="1025745" cy="1025745"/>
          </a:xfrm>
          <a:custGeom>
            <a:avLst/>
            <a:gdLst/>
            <a:ahLst/>
            <a:cxnLst/>
            <a:rect l="l" t="t" r="r" b="b"/>
            <a:pathLst>
              <a:path w="1025745" h="1025745">
                <a:moveTo>
                  <a:pt x="0" y="0"/>
                </a:moveTo>
                <a:lnTo>
                  <a:pt x="1025744" y="0"/>
                </a:lnTo>
                <a:lnTo>
                  <a:pt x="1025744" y="1025744"/>
                </a:lnTo>
                <a:lnTo>
                  <a:pt x="0" y="1025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1028700" y="1207443"/>
            <a:ext cx="16230600" cy="6675946"/>
          </a:xfrm>
          <a:prstGeom prst="rect">
            <a:avLst/>
          </a:prstGeom>
          <a:solidFill>
            <a:srgbClr val="A066CB">
              <a:alpha val="8627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4250981" y="9201150"/>
            <a:ext cx="9786039" cy="4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FFFF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CONCLUSION &amp; PERSPECTIVES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93004" y="3126478"/>
            <a:ext cx="12101992" cy="167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Bilan : Application fonctionnelle de messagerie en temps réel, architecture moderne et cohérente, utilisation de technologies adaptées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93004" y="5350295"/>
            <a:ext cx="12101992" cy="54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Fira Sans Ultra-Bold"/>
                <a:ea typeface="Fira Sans Ultra-Bold"/>
                <a:cs typeface="Fira Sans Ultra-Bold"/>
                <a:sym typeface="Fira Sans Ultra-Bold"/>
              </a:rPr>
              <a:t>Améliorations : Scalabilité, sécurité avancée et tests automatisés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144</Words>
  <Application>Microsoft Office PowerPoint</Application>
  <PresentationFormat>Personnalisé</PresentationFormat>
  <Paragraphs>36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Calibri</vt:lpstr>
      <vt:lpstr>Arial</vt:lpstr>
      <vt:lpstr>Fira Sans Ultra-Bold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Création d’une application WEB DE MESSAGERIE</dc:title>
  <cp:lastModifiedBy>Hamza Addami</cp:lastModifiedBy>
  <cp:revision>2</cp:revision>
  <dcterms:created xsi:type="dcterms:W3CDTF">2006-08-16T00:00:00Z</dcterms:created>
  <dcterms:modified xsi:type="dcterms:W3CDTF">2025-12-31T14:42:05Z</dcterms:modified>
  <dc:identifier>DAG8XD8Irk8</dc:identifier>
</cp:coreProperties>
</file>